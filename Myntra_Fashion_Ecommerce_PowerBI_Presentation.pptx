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1" y="0"/>
            <a:ext cx="122019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6242" y="3638312"/>
            <a:ext cx="1054583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2D2D"/>
                </a:solidFill>
              </a:defRPr>
            </a:pPr>
            <a:r>
              <a:rPr sz="3600" dirty="0"/>
              <a:t>Power BI Data Analytics Project</a:t>
            </a:r>
          </a:p>
          <a:p>
            <a:pPr algn="ctr">
              <a:defRPr sz="1600">
                <a:solidFill>
                  <a:srgbClr val="696969"/>
                </a:solidFill>
              </a:defRPr>
            </a:pPr>
            <a:r>
              <a:rPr sz="2400" dirty="0"/>
              <a:t>Interactive dashboard for sales, orders, customers, </a:t>
            </a:r>
            <a:r>
              <a:rPr sz="2400" dirty="0" smtClean="0"/>
              <a:t>categories, brands </a:t>
            </a:r>
            <a:r>
              <a:rPr sz="2400" dirty="0"/>
              <a:t>and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9966" y="5852160"/>
            <a:ext cx="39717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B2D48"/>
                </a:solidFill>
              </a:defRPr>
            </a:pPr>
            <a:r>
              <a:rPr lang="en-US" sz="2400" b="1" i="1" dirty="0" smtClean="0"/>
              <a:t>Presented by : </a:t>
            </a:r>
            <a:r>
              <a:rPr lang="en-US" sz="2400" b="1" i="1" dirty="0" err="1" smtClean="0"/>
              <a:t>Jadhav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Gayatri</a:t>
            </a:r>
            <a:endParaRPr sz="2400" b="1" i="1" dirty="0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1 / </a:t>
            </a:r>
            <a:r>
              <a:rPr lang="en-US" dirty="0" smtClean="0"/>
              <a:t>10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996574" y="1286054"/>
            <a:ext cx="1025979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Project Title:</a:t>
            </a:r>
            <a:endParaRPr lang="en-IN" sz="5400" dirty="0" smtClean="0">
              <a:solidFill>
                <a:schemeClr val="accent2">
                  <a:lumMod val="75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IN" sz="54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Myntra</a:t>
            </a:r>
            <a:r>
              <a:rPr lang="en-IN" sz="54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IN" sz="5400" dirty="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Fashion E-commerce Trends</a:t>
            </a:r>
          </a:p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840" y="-53511"/>
            <a:ext cx="2113280" cy="11128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530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D48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 b="1" dirty="0"/>
              <a:t>• Objective: analyze fashion e-commerce sales and order trends through an interactive Power BI dashboard.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 b="1" dirty="0"/>
              <a:t>• The dashboard combines business KPIs, category performance, gender-wise sales, brand performance and city-wise orders.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 b="1" dirty="0"/>
              <a:t>• Users can interact with Category, Brand, City and Order Date slicers to explore specific segments.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 b="1" dirty="0"/>
              <a:t>• The project helps convert raw e-commerce data into clear and actionable visual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2 / </a:t>
            </a:r>
            <a:r>
              <a:rPr lang="en-US" dirty="0" smtClean="0"/>
              <a:t>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9880"/>
            <a:ext cx="49518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D48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2. Data &amp; 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8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5712" y="2057400"/>
            <a:ext cx="1545551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2D48"/>
                </a:solidFill>
              </a:defRPr>
            </a:pPr>
            <a:r>
              <a:rPr dirty="0"/>
              <a:t>Source Data</a:t>
            </a:r>
          </a:p>
          <a:p>
            <a:pPr algn="ctr">
              <a:defRPr sz="1300">
                <a:solidFill>
                  <a:srgbClr val="2D2D2D"/>
                </a:solidFill>
              </a:defRPr>
            </a:pPr>
            <a:r>
              <a:rPr dirty="0"/>
              <a:t>Excel / </a:t>
            </a:r>
            <a:r>
              <a:rPr lang="en-US" dirty="0" smtClean="0"/>
              <a:t>MySQL / CSV</a:t>
            </a:r>
            <a:endParaRPr dirty="0"/>
          </a:p>
        </p:txBody>
      </p:sp>
      <p:sp>
        <p:nvSpPr>
          <p:cNvPr id="6" name="Right Arrow 5"/>
          <p:cNvSpPr/>
          <p:nvPr/>
        </p:nvSpPr>
        <p:spPr>
          <a:xfrm>
            <a:off x="2807208" y="2304288"/>
            <a:ext cx="502920" cy="365760"/>
          </a:xfrm>
          <a:prstGeom prst="rightArrow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3280" y="1874519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8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3008" y="2057400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2D48"/>
                </a:solidFill>
              </a:defRPr>
            </a:pPr>
            <a:r>
              <a:t>Power Query</a:t>
            </a:r>
          </a:p>
          <a:p>
            <a:pPr algn="ctr">
              <a:defRPr sz="1300">
                <a:solidFill>
                  <a:srgbClr val="2D2D2D"/>
                </a:solidFill>
              </a:defRPr>
            </a:pPr>
            <a:r>
              <a:t>Clean &amp; Transform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87568" y="2304288"/>
            <a:ext cx="502920" cy="365760"/>
          </a:xfrm>
          <a:prstGeom prst="rightArrow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8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2057400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2D48"/>
                </a:solidFill>
              </a:defRPr>
            </a:pPr>
            <a:r>
              <a:t>Data Model</a:t>
            </a:r>
          </a:p>
          <a:p>
            <a:pPr algn="ctr">
              <a:defRPr sz="1300">
                <a:solidFill>
                  <a:srgbClr val="2D2D2D"/>
                </a:solidFill>
              </a:defRPr>
            </a:pPr>
            <a:r>
              <a:t>Relationships + DAX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67928" y="2304288"/>
            <a:ext cx="502920" cy="365760"/>
          </a:xfrm>
          <a:prstGeom prst="rightArrow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1874519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8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3728" y="2057400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2D48"/>
                </a:solidFill>
              </a:defRPr>
            </a:pPr>
            <a:r>
              <a:t>Report</a:t>
            </a:r>
          </a:p>
          <a:p>
            <a:pPr algn="ctr">
              <a:defRPr sz="1300">
                <a:solidFill>
                  <a:srgbClr val="2D2D2D"/>
                </a:solidFill>
              </a:defRPr>
            </a:pPr>
            <a:r>
              <a:t>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1069848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</a:defRPr>
            </a:pPr>
            <a:r>
              <a:rPr sz="2400" b="1" dirty="0"/>
              <a:t>• Typical fields used: </a:t>
            </a:r>
            <a:r>
              <a:rPr sz="2400" b="1" dirty="0" err="1"/>
              <a:t>Order_ID</a:t>
            </a:r>
            <a:r>
              <a:rPr sz="2400" b="1" dirty="0"/>
              <a:t>, </a:t>
            </a:r>
            <a:r>
              <a:rPr sz="2400" b="1" dirty="0" err="1"/>
              <a:t>Order_Date</a:t>
            </a:r>
            <a:r>
              <a:rPr sz="2400" b="1" dirty="0"/>
              <a:t>, Category, Brand, </a:t>
            </a:r>
            <a:r>
              <a:rPr sz="2400" b="1" dirty="0" err="1"/>
              <a:t>Product_Name</a:t>
            </a:r>
            <a:r>
              <a:rPr sz="2400" b="1" dirty="0"/>
              <a:t>, Gender, City, Quantity and Revenue.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</a:defRPr>
            </a:pPr>
            <a:r>
              <a:rPr sz="2400" b="1" dirty="0"/>
              <a:t>• Power Query can be used for data cleaning, changing data types, removing blanks and standardizing categories.</a:t>
            </a:r>
          </a:p>
          <a:p>
            <a:pPr>
              <a:spcAft>
                <a:spcPts val="1400"/>
              </a:spcAft>
              <a:defRPr sz="1600">
                <a:solidFill>
                  <a:srgbClr val="2D2D2D"/>
                </a:solidFill>
              </a:defRPr>
            </a:pPr>
            <a:r>
              <a:rPr sz="2400" b="1" dirty="0"/>
              <a:t>• DAX measures can calculate Total Sales, Total Orders, Total Customers and Average Order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3 / </a:t>
            </a:r>
            <a:r>
              <a:rPr lang="en-US" dirty="0" smtClean="0"/>
              <a:t>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4 / </a:t>
            </a:r>
            <a:r>
              <a:rPr lang="en-US" dirty="0" smtClean="0"/>
              <a:t>10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3"/>
          <a:stretch/>
        </p:blipFill>
        <p:spPr>
          <a:xfrm>
            <a:off x="121920" y="152400"/>
            <a:ext cx="11938000" cy="631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7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67438" y="6638544"/>
            <a:ext cx="4283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5</a:t>
            </a:r>
            <a:r>
              <a:rPr dirty="0" smtClean="0"/>
              <a:t>/ </a:t>
            </a:r>
            <a:r>
              <a:rPr lang="en-US" dirty="0" smtClean="0"/>
              <a:t>10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9" b="6379"/>
          <a:stretch/>
        </p:blipFill>
        <p:spPr>
          <a:xfrm>
            <a:off x="121920" y="142240"/>
            <a:ext cx="5709920" cy="638047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509" y="152400"/>
            <a:ext cx="6101251" cy="637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1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9880"/>
            <a:ext cx="414421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D48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3. Final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 smtClean="0"/>
              <a:t>6</a:t>
            </a:r>
            <a:r>
              <a:rPr dirty="0" smtClean="0"/>
              <a:t> </a:t>
            </a:r>
            <a:r>
              <a:rPr dirty="0"/>
              <a:t>/ </a:t>
            </a:r>
            <a:r>
              <a:rPr lang="en-US" dirty="0" smtClean="0"/>
              <a:t>10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1037071"/>
            <a:ext cx="11135360" cy="5312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9880"/>
            <a:ext cx="58290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D48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4. Dashboard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35607"/>
            <a:ext cx="4597734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2D48"/>
                </a:solidFill>
              </a:defRPr>
            </a:pPr>
            <a:r>
              <a:rPr dirty="0"/>
              <a:t>KPI Cards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b="1" dirty="0"/>
              <a:t>Total Sales • Total Orders • Total Customers • Average Order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435607"/>
            <a:ext cx="4208203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2D48"/>
                </a:solidFill>
              </a:defRPr>
            </a:pPr>
            <a:r>
              <a:rPr dirty="0"/>
              <a:t>Trend Analysis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b="1" dirty="0"/>
              <a:t>Monthly Sales Trend shows how revenue changes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39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4343112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2D48"/>
                </a:solidFill>
              </a:defRPr>
            </a:pPr>
            <a:r>
              <a:rPr dirty="0"/>
              <a:t>Category Analysis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b="1" dirty="0"/>
              <a:t>Sales by Category identifies contribution of fashion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34639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944368"/>
            <a:ext cx="3746731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2D48"/>
                </a:solidFill>
              </a:defRPr>
            </a:pPr>
            <a:r>
              <a:rPr dirty="0"/>
              <a:t>Gender Analysis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b="1" dirty="0"/>
              <a:t>Female, Male and Unisex sales are compared visually.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40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453128"/>
            <a:ext cx="4321376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2D48"/>
                </a:solidFill>
              </a:defRPr>
            </a:pPr>
            <a:r>
              <a:rPr dirty="0"/>
              <a:t>Brand &amp; Product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b="1" dirty="0"/>
              <a:t>Top 5 Brands and Top 5 Products highlight leading performers.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4340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453128"/>
            <a:ext cx="3886770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8B2D48"/>
                </a:solidFill>
              </a:defRPr>
            </a:pPr>
            <a:r>
              <a:rPr dirty="0"/>
              <a:t>Geographical View</a:t>
            </a:r>
          </a:p>
          <a:p>
            <a:pPr>
              <a:defRPr sz="1250">
                <a:solidFill>
                  <a:srgbClr val="2D2D2D"/>
                </a:solidFill>
              </a:defRPr>
            </a:pPr>
            <a:r>
              <a:rPr b="1" dirty="0"/>
              <a:t>Orders by City compares order volume across locations.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 smtClean="0"/>
              <a:t>7</a:t>
            </a:r>
            <a:r>
              <a:rPr dirty="0" smtClean="0"/>
              <a:t> </a:t>
            </a:r>
            <a:r>
              <a:rPr dirty="0"/>
              <a:t>/ </a:t>
            </a:r>
            <a:r>
              <a:rPr lang="en-US" dirty="0" smtClean="0"/>
              <a:t>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9560"/>
            <a:ext cx="52919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D48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5. Interactivity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Slicers: Category, Brand, City and Order Date allow users to filter the complete report.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Charts are linked through Power BI interactions, so selecting a category or brand updates related visuals.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The maroon/pink theme gives the dashboard a fashion-focused and consistent visual identity.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KPI cards provide quick business-level information, while charts provide detailed analysis.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A clean layout with aligned visuals improves readability and makes the dashboard presentation-ready.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 smtClean="0"/>
              <a:t>8</a:t>
            </a:r>
            <a:r>
              <a:rPr dirty="0" smtClean="0"/>
              <a:t> </a:t>
            </a:r>
            <a:r>
              <a:rPr dirty="0"/>
              <a:t>/ </a:t>
            </a:r>
            <a:r>
              <a:rPr lang="en-US" dirty="0" smtClean="0"/>
              <a:t>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9880"/>
            <a:ext cx="61354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2D48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6. Key Insights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8703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The dashboard provides a single view of major e-commerce sales and order metrics.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Monthly sales trends help identify high- and low-performing periods.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Top brands and products can be compared to understand where revenue is concentrated.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Category and gender analysis supports customer-segment understanding.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City-wise order analysis highlights geographic demand patterns.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 b="1" dirty="0"/>
              <a:t>• Conclusion: Power BI makes the fashion e-commerce data easier to explore, compare and present for business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41790" y="6638544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 smtClean="0"/>
              <a:t>9 </a:t>
            </a:r>
            <a:r>
              <a:rPr dirty="0" smtClean="0"/>
              <a:t>/ </a:t>
            </a:r>
            <a:r>
              <a:rPr lang="en-US" dirty="0" smtClean="0"/>
              <a:t>10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09647" y="5887730"/>
            <a:ext cx="7772400" cy="568960"/>
          </a:xfrm>
          <a:prstGeom prst="round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59680" y="5887730"/>
            <a:ext cx="207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sz="28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84081" y="6638544"/>
            <a:ext cx="5116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 smtClean="0"/>
              <a:t>10 </a:t>
            </a:r>
            <a:r>
              <a:rPr dirty="0" smtClean="0"/>
              <a:t>/ </a:t>
            </a:r>
            <a:r>
              <a:rPr lang="en-US" dirty="0" smtClean="0"/>
              <a:t>10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269393" y="182880"/>
            <a:ext cx="738108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7. </a:t>
            </a:r>
            <a:r>
              <a:rPr lang="en-US" sz="4000" b="1" dirty="0" smtClean="0">
                <a:solidFill>
                  <a:srgbClr val="C00000"/>
                </a:solidFill>
              </a:rPr>
              <a:t>Project Showcase On </a:t>
            </a:r>
            <a:r>
              <a:rPr lang="en-US" sz="4000" b="1" dirty="0" err="1" smtClean="0">
                <a:solidFill>
                  <a:srgbClr val="C00000"/>
                </a:solidFill>
              </a:rPr>
              <a:t>Linkdin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endParaRPr lang="en-US" sz="4000" b="1" dirty="0">
              <a:solidFill>
                <a:srgbClr val="C00000"/>
              </a:solidFill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96393" y="2103120"/>
            <a:ext cx="4129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Shared the </a:t>
            </a:r>
            <a:r>
              <a:rPr lang="en-US" sz="2400" dirty="0" err="1" smtClean="0"/>
              <a:t>Myntra</a:t>
            </a:r>
            <a:r>
              <a:rPr lang="en-US" sz="2400" dirty="0" smtClean="0"/>
              <a:t> Dashboard project on </a:t>
            </a:r>
            <a:r>
              <a:rPr lang="en-US" sz="2400" dirty="0" err="1" smtClean="0"/>
              <a:t>linkdin</a:t>
            </a:r>
            <a:r>
              <a:rPr lang="en-US" sz="2400" dirty="0" smtClean="0"/>
              <a:t> to build </a:t>
            </a:r>
          </a:p>
          <a:p>
            <a:r>
              <a:rPr lang="en-US" sz="2400" dirty="0" smtClean="0"/>
              <a:t>     professional presence and </a:t>
            </a:r>
          </a:p>
          <a:p>
            <a:r>
              <a:rPr lang="en-US" sz="2400" dirty="0" smtClean="0"/>
              <a:t>     receive engagement and </a:t>
            </a:r>
          </a:p>
          <a:p>
            <a:r>
              <a:rPr lang="en-US" sz="2400" dirty="0" smtClean="0"/>
              <a:t>     improved visibility.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280" y="1038860"/>
            <a:ext cx="7274407" cy="45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8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504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15</cp:revision>
  <dcterms:created xsi:type="dcterms:W3CDTF">2013-01-27T09:14:16Z</dcterms:created>
  <dcterms:modified xsi:type="dcterms:W3CDTF">2026-10-06T07:45:08Z</dcterms:modified>
  <cp:category/>
</cp:coreProperties>
</file>